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60" r:id="rId5"/>
    <p:sldId id="262" r:id="rId6"/>
    <p:sldId id="263" r:id="rId7"/>
    <p:sldId id="261" r:id="rId8"/>
    <p:sldId id="259" r:id="rId9"/>
    <p:sldId id="265" r:id="rId10"/>
    <p:sldId id="266" r:id="rId11"/>
    <p:sldId id="264" r:id="rId12"/>
    <p:sldId id="268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B31B1B"/>
    <a:srgbClr val="FFFFFF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70" autoAdjust="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FE6F4C-C2B6-0645-C225-EC088E53118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0CC298-7ACC-62EC-0B0A-15A7DA9D25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C63CA-928D-4F87-BFF4-0C9AAF5D886E}" type="datetimeFigureOut">
              <a:rPr lang="en-US" smtClean="0"/>
              <a:t>2026-02-03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69027-C657-95CE-EA3B-BE1EEB03E7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0EDDF-F26C-70BA-58CE-66120B3A3C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5EB7C3-2580-4529-A5A5-EEC803F3C7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65461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C76DE2-0A2A-4509-BB53-BC12DF9F6EC1}" type="datetimeFigureOut">
              <a:rPr lang="en-US" smtClean="0"/>
              <a:t>2026-02-03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B790EE-944A-4ECB-AF6E-53F6327025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77385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6584B-1234-E59B-C7B8-C1EF99535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D4254A-B8A0-0393-2B57-336F9080B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B8F5A-D2A1-2B28-E8E0-0C1490468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BAF57-FB76-4746-B275-BBE120E15F1F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70411-34F8-7754-2A6E-DA4364DCC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1FD78-974F-8039-53FE-08A4B09FC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04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EABB1-0260-D364-9A24-3675427CD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F6D20-AE1F-BB41-D20B-520D92301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BDF6E-3355-58CA-28C2-B523C418A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907A7-E271-4778-BBC7-947CE31E83C1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649F5-8702-ADB2-BA38-94765B3C0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14DFE-849C-46CA-8054-4607507C2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319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11A3E-EB9B-307A-20D4-85510345C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F8CFE-BA35-D86C-5ED8-D818723AF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761DB-8588-4105-8ACA-D5662621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A7D2C-CA28-420A-9FCA-A3314E219AD8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EC237-BBFC-792D-D9D3-5187D3DC3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5BE706-852A-CEFF-DC72-C328C9636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20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54EE6-859C-EB9E-347B-4A78C6A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9B31A-CC33-8446-DD9C-29F6A7D3D6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B64117-A628-2E2E-F77A-3CBDB0E3A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6290-DD9C-20C4-53A2-D359B640F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3FAD0-4C18-4A01-A9E9-5C8B5B868DB5}" type="datetime1">
              <a:rPr lang="en-US" smtClean="0"/>
              <a:t>2026-02-03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C509E-8D63-5F30-C659-DB4F4D0DF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23C225-3D89-5497-9874-F9A9C37B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0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2AFB8-E565-9322-C12B-60F2EDBB2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9B4EF-FEAB-64B2-FCAA-2D695241E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AF5742-C0CC-A5F7-BD3D-AA5685169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4D4B10-6814-6A0E-5908-841A67183A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341E6A-591C-9B4A-1070-47CC153F0E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66380-780A-1351-ED0E-E71DEE605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3C090-B2C0-48D9-B96F-0CC76FF45090}" type="datetime1">
              <a:rPr lang="en-US" smtClean="0"/>
              <a:t>2026-02-03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4BC3F-2559-9752-5F41-767D25BD2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3DC005-168B-3BC9-5988-3B9327570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61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39C99-F4B1-9221-00C6-0AEA61FFA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582001-D379-AC19-A3E8-407C579B0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C7524-14F7-49EA-8EE5-F34E7517E0B2}" type="datetime1">
              <a:rPr lang="en-US" smtClean="0"/>
              <a:t>2026-02-03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1482F7-71EE-26D0-4069-BB74209B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7F3B85-0470-33E1-A1B6-6C782DC4F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98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E5C782-30C3-1DAD-D32A-20DF9C582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2C8CEB-A0C4-4463-8CE2-B5C215F10B23}" type="datetime1">
              <a:rPr lang="en-US" smtClean="0"/>
              <a:t>2026-02-03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B1027-B77F-269A-34A8-B5309A68A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4C2C7-24CB-6A0F-92D1-DDCE0AFCC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36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3C93A-78A1-D4BA-67A0-776213D0A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EB995-8352-0D5A-20FC-98FC65349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0FE569-609B-F344-958D-00D1B2A70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8A585-49E6-4F52-FD57-9301198DF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88C9E-A623-4E33-8F05-8457CB25039A}" type="datetime1">
              <a:rPr lang="en-US" smtClean="0"/>
              <a:t>2026-02-03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387C46-D898-8066-AB4C-15B0CD659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BA131E-487E-27E1-0103-9EEEA0065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53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14F05-B804-38C1-EB31-F9DFB434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DB89D2-9FC9-17AC-E4CA-500241DD6B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F0C6E3-3B7B-9A8A-5263-2B0BB99BBC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A0E900-82ED-E017-92AE-E4776C90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BF9E6-6BD3-4399-8D6C-83E78671D086}" type="datetime1">
              <a:rPr lang="en-US" smtClean="0"/>
              <a:t>2026-02-03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CB11A2-894F-A8E5-FC65-8E1E1A8EE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D21D6-F3FE-E39E-D311-94C579622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797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A5F3-3272-FD5A-B519-AA6F47F9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A0567-8A54-5A7A-6766-D271F101C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7B096-103D-59FA-2371-BD1038838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28244-EF44-409A-9E28-DF4D9A5B5744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8E4FF-5774-9140-2B6D-AFEBAAE6E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C6DC9-AE45-229D-DB69-9C093069D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84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E2DF68-98A4-ABB5-504B-B91BCF45D0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30D162-741A-23EF-9DED-DC822CF19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D93A5-91CB-9949-EC3E-40DA1ABC0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FC4DA-1EC2-4C1E-8D3B-87C53C877169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F534A-A029-3389-DD40-292833C4C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8FBE8-B958-83E7-FD84-4BD1C8EFD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6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FF880D-3A5C-D29C-19FD-BA09CF6F0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C97ED-58E0-680B-E2B5-31AA5EF80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D4C89-AECC-9982-D968-FE9551576A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ABA33-1AAF-4743-AC67-9C40ED5B4260}" type="datetime1">
              <a:rPr lang="en-US" smtClean="0"/>
              <a:t>2026-02-03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1AD96-F279-6E0D-68BA-2BD1F8F56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38F28-8F77-F600-C765-C17F1AD71B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4B7D4-87AC-4334-8015-F9E0E28AB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4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D01BC33-AD4A-E6E2-0290-F5561ACEEC6E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/>
              <a:t>DS-19</a:t>
            </a:r>
          </a:p>
          <a:p>
            <a:pPr algn="ctr"/>
            <a:r>
              <a:rPr lang="ru-RU" sz="1900" dirty="0"/>
              <a:t>Москва, 2026</a:t>
            </a:r>
            <a:endParaRPr lang="en-US" sz="19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4EDCE6-D8AA-FD75-17BE-5A4DAC1EB7DD}"/>
              </a:ext>
            </a:extLst>
          </p:cNvPr>
          <p:cNvSpPr/>
          <p:nvPr/>
        </p:nvSpPr>
        <p:spPr>
          <a:xfrm>
            <a:off x="0" y="688157"/>
            <a:ext cx="12192000" cy="1093509"/>
          </a:xfrm>
          <a:prstGeom prst="rect">
            <a:avLst/>
          </a:prstGeom>
          <a:solidFill>
            <a:srgbClr val="B31B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2C7EEE-5708-2989-23CC-57CFE5674498}"/>
              </a:ext>
            </a:extLst>
          </p:cNvPr>
          <p:cNvSpPr txBox="1"/>
          <p:nvPr/>
        </p:nvSpPr>
        <p:spPr>
          <a:xfrm>
            <a:off x="2253473" y="942523"/>
            <a:ext cx="76850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arXiv Info System: RAG </a:t>
            </a:r>
            <a:r>
              <a:rPr lang="ru-RU" sz="3200" dirty="0">
                <a:solidFill>
                  <a:srgbClr val="FFFFFF"/>
                </a:solidFill>
              </a:rPr>
              <a:t>на корпусе </a:t>
            </a:r>
            <a:r>
              <a:rPr lang="en-US" sz="3200" dirty="0">
                <a:solidFill>
                  <a:srgbClr val="FFFFFF"/>
                </a:solidFill>
              </a:rPr>
              <a:t>arxiv.org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4B020A9-F431-EA5F-6138-E064EB7A53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632" y="134695"/>
            <a:ext cx="3540629" cy="41876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AABC335-5B9C-C1AC-9C88-052BF0CC2383}"/>
              </a:ext>
            </a:extLst>
          </p:cNvPr>
          <p:cNvSpPr txBox="1"/>
          <p:nvPr/>
        </p:nvSpPr>
        <p:spPr>
          <a:xfrm>
            <a:off x="8235696" y="-2"/>
            <a:ext cx="395630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900" dirty="0">
                <a:solidFill>
                  <a:schemeClr val="bg1"/>
                </a:solidFill>
              </a:rPr>
              <a:t>Выполнил: Константин Демидов</a:t>
            </a:r>
            <a:br>
              <a:rPr lang="ru-RU" sz="1900" dirty="0">
                <a:solidFill>
                  <a:schemeClr val="bg1"/>
                </a:solidFill>
              </a:rPr>
            </a:br>
            <a:r>
              <a:rPr lang="ru-RU" sz="1900" dirty="0">
                <a:solidFill>
                  <a:schemeClr val="bg1"/>
                </a:solidFill>
              </a:rPr>
              <a:t>Руководитель: Евгений Паточенко</a:t>
            </a: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146863-1039-0A96-62F2-20BEAF1EFBB3}"/>
              </a:ext>
            </a:extLst>
          </p:cNvPr>
          <p:cNvSpPr/>
          <p:nvPr/>
        </p:nvSpPr>
        <p:spPr>
          <a:xfrm>
            <a:off x="4829980" y="58330"/>
            <a:ext cx="71120" cy="57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C5D07A-73E7-E772-EA34-D266A2014F63}"/>
              </a:ext>
            </a:extLst>
          </p:cNvPr>
          <p:cNvSpPr/>
          <p:nvPr/>
        </p:nvSpPr>
        <p:spPr>
          <a:xfrm>
            <a:off x="7146162" y="58328"/>
            <a:ext cx="71120" cy="57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725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593D4-CABC-7BBE-C4EB-23CFB4C49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2DE9977-AD04-95DE-2705-942ED7F8F507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Зачем всё это?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EDDE782-A399-BD94-A884-0FFD98276CF4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61FD0D-9EEE-3335-A351-0C49B0830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2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313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F3F8-BB1F-6E3F-2FB0-A692F7C3D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10C2528-4BAF-CFAE-4D42-0DE293B997C0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Какие данные используем?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A32D7A1-E7E5-8C31-B2A0-301FABC556EF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055B49-5304-3954-0256-B7551A34F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3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2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278FD-C71C-5992-580B-06313E58D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1E7DB20-0EF9-2E79-BF52-304B8C08D058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Предобработка данных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ABFB2E-C2ED-E8AC-642D-D8F0F0AFAB91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93EAB2-CDA0-2FF5-57DD-2FFE800C6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4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222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07F7F-12B3-82F6-B5D5-6F09083B6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8FDE085-0E97-60A2-7531-C0BB37A79494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Чанкование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A65B33F-296C-C6AC-94D2-BB4BD4F0CD20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90B24B-C0C1-746A-5611-07567C15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5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6142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4DF09-A904-DD09-AF21-FF3962709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BA190DD-1BD7-CA00-FD7C-8845F6928ED7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Векторизация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1F83F8-F620-2D15-ADA6-24AC55178558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683E80-AF34-C154-01BE-B5341BC9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6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74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AC52-1C30-135F-8354-BC88919F0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6595065-ABD3-F0CB-1699-62DDC42A1E5C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Как храним данные?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011B823-CF69-0C1E-D1CE-2811B4815B0A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392AE8-5B17-1841-0A6C-1EF1AACE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7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14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7159-2930-90EE-2B35-A7A559A4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77329F1-E32E-5EE6-2CEC-6EC8716481D4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Общая картина архитектуры проекта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EDBA3B8-A13A-5AD9-B6E7-1C4CE88FA3E4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FABF4A-43A6-DF56-5433-58ECC7A3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8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280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B5728-26B6-D764-94C9-661370165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1D96A2-4C66-C568-43CB-09CA841D0915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Запускаем </a:t>
            </a:r>
            <a:r>
              <a:rPr lang="en-US" sz="3200" dirty="0"/>
              <a:t>RAG!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86F492E-43BE-8E92-6719-F7CBEC5A6B2F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58953F-CEE9-9F4C-E3A3-2B4AEB4CF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2400" smtClean="0">
                <a:solidFill>
                  <a:srgbClr val="222222"/>
                </a:solidFill>
              </a:rPr>
              <a:pPr algn="ctr"/>
              <a:t>9</a:t>
            </a:fld>
            <a:endParaRPr lang="en-US" sz="24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91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4CDF-76FC-CDD3-9256-B27182C0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BCB5BBE-E985-CE6A-2A61-F27482795358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Валидация </a:t>
            </a:r>
            <a:r>
              <a:rPr lang="en-US" sz="3200" dirty="0"/>
              <a:t>RAG</a:t>
            </a:r>
            <a:r>
              <a:rPr lang="ru-RU" sz="3200" dirty="0"/>
              <a:t>-системы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FC1B19-DC9F-7753-626D-44964B15829B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AAC85D-B76A-3BD3-B9CD-95C21A755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1600" smtClean="0">
                <a:solidFill>
                  <a:srgbClr val="222222"/>
                </a:solidFill>
              </a:rPr>
              <a:pPr algn="ctr"/>
              <a:t>10</a:t>
            </a:fld>
            <a:endParaRPr lang="en-US" sz="1600" dirty="0">
              <a:solidFill>
                <a:srgbClr val="22222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D790CC-1038-CAF7-454C-069BE0086DD3}"/>
              </a:ext>
            </a:extLst>
          </p:cNvPr>
          <p:cNvSpPr txBox="1"/>
          <p:nvPr/>
        </p:nvSpPr>
        <p:spPr>
          <a:xfrm>
            <a:off x="8639175" y="6239946"/>
            <a:ext cx="3362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https://arxiv.org/abs/2309.15217</a:t>
            </a:r>
          </a:p>
        </p:txBody>
      </p:sp>
    </p:spTree>
    <p:extLst>
      <p:ext uri="{BB962C8B-B14F-4D97-AF65-F5344CB8AC3E}">
        <p14:creationId xmlns:p14="http://schemas.microsoft.com/office/powerpoint/2010/main" val="41534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6A203-9264-AF20-8F10-100D9FD4A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2F6115D-FF31-D268-91C5-9CC6D99A86BF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/>
              <a:t>Следующие шаги</a:t>
            </a:r>
            <a:endParaRPr lang="en-US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634B364-113E-9A12-7B2B-C53CB05D4B93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272CEE-C0F2-F2FE-07D8-5D653DC41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1600" smtClean="0">
                <a:solidFill>
                  <a:srgbClr val="222222"/>
                </a:solidFill>
              </a:rPr>
              <a:pPr algn="ctr"/>
              <a:t>11</a:t>
            </a:fld>
            <a:endParaRPr lang="en-US" sz="1600" dirty="0">
              <a:solidFill>
                <a:srgbClr val="22222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175DA-E71E-7EDB-E893-51EBCF5FB037}"/>
              </a:ext>
            </a:extLst>
          </p:cNvPr>
          <p:cNvSpPr txBox="1"/>
          <p:nvPr/>
        </p:nvSpPr>
        <p:spPr>
          <a:xfrm>
            <a:off x="2838698" y="2644170"/>
            <a:ext cx="651460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Dense + Sparse Vector search (Cosine + BM25)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Ранжирование результатов поиска (</a:t>
            </a:r>
            <a:r>
              <a:rPr lang="ru-RU" sz="2400" dirty="0" err="1"/>
              <a:t>Реранкер</a:t>
            </a:r>
            <a:r>
              <a:rPr lang="ru-RU" sz="24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Совершенствование эталонного датасета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Использовать </a:t>
            </a:r>
            <a:r>
              <a:rPr lang="en-US" sz="2400" dirty="0"/>
              <a:t>Reasoning </a:t>
            </a:r>
            <a:r>
              <a:rPr lang="ru-RU" sz="2400" dirty="0"/>
              <a:t>генератор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Graph RAG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Создать диалоговый формат общения с </a:t>
            </a:r>
            <a:r>
              <a:rPr lang="en-US" sz="2400" dirty="0"/>
              <a:t>RAG</a:t>
            </a:r>
          </a:p>
        </p:txBody>
      </p:sp>
    </p:spTree>
    <p:extLst>
      <p:ext uri="{BB962C8B-B14F-4D97-AF65-F5344CB8AC3E}">
        <p14:creationId xmlns:p14="http://schemas.microsoft.com/office/powerpoint/2010/main" val="1733612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3BF1-ECA3-4E2B-1838-95469C692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05A2787-45F5-5869-0A1E-2BBB6ADB1689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5001F3F-E764-2343-4AD9-8B3F243F27A4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6CECF1-510F-9004-9844-9D5804315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97CD60CB-F48F-49AC-AD8C-779680B82E32}" type="slidenum">
              <a:rPr lang="en-US" sz="1600" smtClean="0">
                <a:solidFill>
                  <a:srgbClr val="222222"/>
                </a:solidFill>
              </a:rPr>
              <a:t>12</a:t>
            </a:fld>
            <a:endParaRPr lang="en-US" sz="16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173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E0CD-462C-3CCF-C8AA-F4F192DC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9C49142-9917-E81C-3271-2ACB52E8D236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BDA964-E049-F286-9554-DFC1C9905A4C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4B3FCC-87D4-BBB2-60A3-E6A82CCF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1600" smtClean="0">
                <a:solidFill>
                  <a:srgbClr val="222222"/>
                </a:solidFill>
              </a:rPr>
              <a:pPr algn="ctr"/>
              <a:t>13</a:t>
            </a:fld>
            <a:endParaRPr lang="en-US" sz="16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393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C50A6-356E-6634-5B19-DD29FDB85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EF65E5-F77A-33C2-CBB4-DCC4CD24B1A0}"/>
              </a:ext>
            </a:extLst>
          </p:cNvPr>
          <p:cNvSpPr/>
          <p:nvPr/>
        </p:nvSpPr>
        <p:spPr>
          <a:xfrm>
            <a:off x="0" y="0"/>
            <a:ext cx="12192000" cy="688157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1E85E81-D835-1244-4CD2-DC547CC563D6}"/>
              </a:ext>
            </a:extLst>
          </p:cNvPr>
          <p:cNvSpPr/>
          <p:nvPr/>
        </p:nvSpPr>
        <p:spPr>
          <a:xfrm>
            <a:off x="145606" y="142562"/>
            <a:ext cx="403034" cy="403034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ё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98F5EE-AE6F-8BA2-3F8F-E984D52F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5606" y="142562"/>
            <a:ext cx="403034" cy="403034"/>
          </a:xfrm>
        </p:spPr>
        <p:txBody>
          <a:bodyPr/>
          <a:lstStyle/>
          <a:p>
            <a:pPr algn="ctr"/>
            <a:fld id="{E484B7D4-87AC-4334-8015-F9E0E28AB063}" type="slidenum">
              <a:rPr lang="en-US" sz="1600" smtClean="0">
                <a:solidFill>
                  <a:srgbClr val="222222"/>
                </a:solidFill>
              </a:rPr>
              <a:pPr algn="ctr"/>
              <a:t>14</a:t>
            </a:fld>
            <a:endParaRPr lang="en-US" sz="16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0809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116</Words>
  <Application>Microsoft Office PowerPoint</Application>
  <PresentationFormat>Widescreen</PresentationFormat>
  <Paragraphs>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Константин Демидов</dc:creator>
  <cp:lastModifiedBy>Константин Демидов</cp:lastModifiedBy>
  <cp:revision>38</cp:revision>
  <dcterms:created xsi:type="dcterms:W3CDTF">2026-01-20T13:33:12Z</dcterms:created>
  <dcterms:modified xsi:type="dcterms:W3CDTF">2026-02-03T01:41:25Z</dcterms:modified>
</cp:coreProperties>
</file>